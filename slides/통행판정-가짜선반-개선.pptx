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430"/>
                </a:solidFill>
              </a:rPr>
              <a:t>벽 위 "가짜 선반"에 하츄핑이 올라가는 문제 — 설 수 있는 자리 판정 기준 개선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743200" cy="29260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777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문제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1088136"/>
            <a:ext cx="2743200" cy="1261872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벽 위쪽(0.9m 이상)에 설 수 있는 자리가 182곳 생김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벽은 관측 범위·시야 밖이라 위쪽이 영영 안 채워져, 그 끝이 "상판"처럼 읽힘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해상도를 올려도 폰 깊이 오차라 해결 안 됨 · 높이 상한은 진짜 선반까지 잘라냄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777240"/>
            <a:ext cx="2743200" cy="29260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777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개선안 — 물리적 근거 두 가지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1088136"/>
            <a:ext cx="2743200" cy="1261872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복셀 근거 4 → 8개: 20cm 칸 한 층에 수평면은 최대 16복셀, 벽은 한 겹이라 ~5개뿐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이웃 면적 0 → 5개: 같은 높이의 이웃 칸 수. 벽 띠는 한 방향으로만 이어짐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"칸 안이 넓은가" × "옆으로 이어지는가" — 서로 다른 것을 보므로 곱해서 듣는다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80760" y="777240"/>
            <a:ext cx="2743200" cy="29260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/>
          <p:nvPr/>
        </p:nvSpPr>
        <p:spPr>
          <a:xfrm>
            <a:off x="6153912" y="777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결론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80760" y="1088136"/>
            <a:ext cx="2743200" cy="1261872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50800" tIns="76200" rIns="76200" bIns="508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가짜 선반 182 → 14 (−92%), 바닥은 546 → 554로 유지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남는 자리는 평평한 바닥과 책상 상판뿐 — 노이즈 위에 올라가지 않음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D4757"/>
                </a:solidFill>
              </a:rPr>
              <a:t>대가: 가구 자리 323 → 114 (상판 가장자리 탈락, 회색 310) — 실제 방에서 확인 필요</a:t>
            </a:r>
            <a:endParaRPr lang="en-US" sz="900" dirty="0"/>
          </a:p>
        </p:txBody>
      </p:sp>
      <p:pic>
        <p:nvPicPr>
          <p:cNvPr id="13" name="Image 0" descr="C:\Users\삼성\AppData\Local\Temp\claude\c--DS2-miniproject-CV-ver02\7e8f31bb-4be9-4a78-a192-c7ec646ad165\scratchpad\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432304"/>
            <a:ext cx="4048963" cy="1481328"/>
          </a:xfrm>
          <a:prstGeom prst="rect">
            <a:avLst/>
          </a:prstGeom>
        </p:spPr>
      </p:pic>
      <p:pic>
        <p:nvPicPr>
          <p:cNvPr id="14" name="Image 1" descr="C:\Users\삼성\AppData\Local\Temp\claude\c--DS2-miniproject-CV-ver02\7e8f31bb-4be9-4a78-a192-c7ec646ad165\scratchpad\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717" y="2432304"/>
            <a:ext cx="4048963" cy="1481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" y="3931920"/>
            <a:ext cx="40489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1495B"/>
                </a:solidFill>
              </a:rPr>
              <a:t>개선 전  </a:t>
            </a:r>
            <a:pPr indent="0" marL="0">
              <a:buNone/>
            </a:pPr>
            <a:r>
              <a:rPr lang="en-US" sz="950" dirty="0">
                <a:solidFill>
                  <a:srgbClr val="3D4757"/>
                </a:solidFill>
              </a:rPr>
              <a:t>복셀 4 · 이웃 0  —  바닥 546 · 가구 323 · </a:t>
            </a:r>
            <a:pPr indent="0" marL="0">
              <a:buNone/>
            </a:pPr>
            <a:r>
              <a:rPr lang="en-US" sz="950" b="1" dirty="0">
                <a:solidFill>
                  <a:srgbClr val="D1495B"/>
                </a:solidFill>
              </a:rPr>
              <a:t>0.9m 위 182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20717" y="3931920"/>
            <a:ext cx="40489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E5B"/>
                </a:solidFill>
              </a:rPr>
              <a:t>개선 후  </a:t>
            </a:r>
            <a:pPr indent="0" marL="0">
              <a:buNone/>
            </a:pPr>
            <a:r>
              <a:rPr lang="en-US" sz="950" dirty="0">
                <a:solidFill>
                  <a:srgbClr val="3D4757"/>
                </a:solidFill>
              </a:rPr>
              <a:t>복셀 8 · 이웃 5 — 바닥 554 · 가구 114 · </a:t>
            </a:r>
            <a:pPr indent="0" marL="0">
              <a:buNone/>
            </a:pPr>
            <a:r>
              <a:rPr lang="en-US" sz="950" b="1" dirty="0">
                <a:solidFill>
                  <a:srgbClr val="2E9E5B"/>
                </a:solidFill>
              </a:rPr>
              <a:t>0.9m 위 14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15968" y="2990088"/>
            <a:ext cx="512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F6FED"/>
                </a:solidFill>
              </a:rPr>
              <a:t>▶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274320" y="42062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D966"/>
                </a:solidFill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3D4757"/>
                </a:solidFill>
              </a:rPr>
              <a:t>바닥   </a:t>
            </a:r>
            <a:pPr algn="ctr" indent="0" marL="0">
              <a:buNone/>
            </a:pPr>
            <a:r>
              <a:rPr lang="en-US" sz="900" dirty="0">
                <a:solidFill>
                  <a:srgbClr val="F2D940"/>
                </a:solidFill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3D4757"/>
                </a:solidFill>
              </a:rPr>
              <a:t>낮은 단   </a:t>
            </a:r>
            <a:pPr algn="ctr" indent="0" marL="0">
              <a:buNone/>
            </a:pPr>
            <a:r>
              <a:rPr lang="en-US" sz="900" dirty="0">
                <a:solidFill>
                  <a:srgbClr val="4D99FF"/>
                </a:solidFill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3D4757"/>
                </a:solidFill>
              </a:rPr>
              <a:t>가구(0.15~0.9m)   </a:t>
            </a:r>
            <a:pPr algn="ctr" indent="0" marL="0">
              <a:buNone/>
            </a:pPr>
            <a:r>
              <a:rPr lang="en-US" sz="900" dirty="0">
                <a:solidFill>
                  <a:srgbClr val="FF4D4D"/>
                </a:solidFill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3D4757"/>
                </a:solidFill>
              </a:rPr>
              <a:t>0.9m 위 = 가짜 선반 의심   </a:t>
            </a:r>
            <a:pPr algn="ctr" indent="0" marL="0">
              <a:buNone/>
            </a:pPr>
            <a:r>
              <a:rPr lang="en-US" sz="900" dirty="0">
                <a:solidFill>
                  <a:srgbClr val="52525C"/>
                </a:solidFill>
              </a:rPr>
              <a:t>■ </a:t>
            </a:r>
            <a:pPr algn="ctr" indent="0" marL="0">
              <a:buNone/>
            </a:pPr>
            <a:r>
              <a:rPr lang="en-US" sz="900" dirty="0">
                <a:solidFill>
                  <a:srgbClr val="3D4757"/>
                </a:solidFill>
              </a:rPr>
              <a:t>이웃 부족으로 탈락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11480" y="4526280"/>
            <a:ext cx="8321040" cy="420624"/>
          </a:xfrm>
          <a:prstGeom prst="rect">
            <a:avLst/>
          </a:prstGeom>
          <a:solidFill>
            <a:srgbClr val="EAF1FF"/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" y="452628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FED"/>
                </a:solidFill>
              </a:rPr>
              <a:t>결론  </a:t>
            </a:r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</a:rPr>
              <a:t>바꾸는 것은 지도가 아니라 지도를 읽는 규칙. 복셀 근거 8 + 이웃 면적 5로 게임(TraversalGrid)에 적용하고, 두 값은 config 상수로 조정 가능하게 둔다. 다음 단계: 발 높이를 실제 복셀 위로 보간(떠 있는 문제).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849A"/>
                </a:solidFill>
              </a:rPr>
              <a:t>측정: 뷰어 통행 가능 뷰, 키프레임 400 · TSDF · 2026-08-27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2026-08-27T07:19:05Z</dcterms:created>
  <dcterms:modified xsi:type="dcterms:W3CDTF">2026-08-27T07:19:05Z</dcterms:modified>
</cp:coreProperties>
</file>