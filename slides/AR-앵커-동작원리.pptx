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234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F6FED"/>
                </a:solidFill>
              </a:rPr>
              <a:t>AR 기초 · miniproject_CV_ver02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" y="16002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2430"/>
                </a:solidFill>
              </a:rPr>
              <a:t>지도 앵커(Anchor)는 무엇이고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C2430"/>
                </a:solidFill>
              </a:rPr>
              <a:t>어떻게 동작하는가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D4757"/>
                </a:solidFill>
              </a:rPr>
              <a:t>하츄핑이 "순간이동"하던 원인을 이해하기 위한 배경 지식.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3D4757"/>
                </a:solidFill>
              </a:rPr>
              <a:t>ARCore가 자기 위치를 어떻게 추정하고, 왜 틀리고, 앵커가 그것을 어떻게 되돌리는지.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3657600"/>
            <a:ext cx="1828800" cy="0"/>
          </a:xfrm>
          <a:prstGeom prst="line">
            <a:avLst/>
          </a:prstGeom>
          <a:noFill/>
          <a:ln w="19050">
            <a:solidFill>
              <a:srgbClr val="CCD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794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8849A"/>
                </a:solidFill>
              </a:rPr>
              <a:t>2026-08-27 · private/jaehoon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8E2F5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737360" y="19202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</a:rPr>
              <a:t>먼저, ARCore는 자기 위치를 "추정"한다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83080" y="254203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849A"/>
                </a:solidFill>
              </a:rPr>
              <a:t>측정이 아니라 추정이라는 점이 모든 문제의 출발점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폰은 특징점으로 자기 위치를 계산한다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60120"/>
            <a:ext cx="5074920" cy="28239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41848" y="96012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430"/>
                </a:solidFill>
              </a:rPr>
              <a:t>무엇을 보는가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757"/>
                </a:solidFill>
              </a:rPr>
              <a:t>카메라 영상에서 가구 모서리·무늬처럼 다시 알아볼 수 있는 점(특징점)을 뽑는다.</a:t>
            </a:r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430"/>
                </a:solidFill>
              </a:rPr>
              <a:t>무엇을 만드는가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757"/>
                </a:solidFill>
              </a:rPr>
              <a:t>세션 내내 "내가 본 특징점들이 3차원 어디에 있는지"에 대한 자기만의 지도를 쌓는다. 원점 근처만이 아니라 방 전체에 대해.</a:t>
            </a:r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430"/>
                </a:solidFill>
              </a:rPr>
              <a:t>어떻게 위치를 아는가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757"/>
                </a:solidFill>
              </a:rPr>
              <a:t>그 지도와 지금 보이는 화면을 대조해 계산한다. 즉 GPS처럼 측정하는 것이 아니라 영상으로 추정한다.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E08B2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특징점이 없으면 오차가 쌓인다 — 드리프트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60120"/>
            <a:ext cx="5074920" cy="28239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41848" y="96012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430"/>
                </a:solidFill>
              </a:rPr>
              <a:t>왜 흰 벽이 문제인가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757"/>
                </a:solidFill>
              </a:rPr>
              <a:t>대조할 특징점이 없어 관성 센서 추측만 남는다. 걸음이 쌓일수록 실제 위치와 추정 위치가 벌어진다.</a:t>
            </a:r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430"/>
                </a:solidFill>
              </a:rPr>
              <a:t>얼마나 벌어지나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757"/>
                </a:solidFill>
              </a:rPr>
              <a:t>방 하나를 한 바퀴 도는 정도로도 수십 cm까지 벌어질 수 있다. 20cm짜리 하츄핑에게는 치명적인 크기.</a:t>
            </a:r>
            <a:pPr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C2430"/>
                </a:solidFill>
              </a:rPr>
              <a:t>이 상태로는 아무 일도 안 일어난다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757"/>
                </a:solidFill>
              </a:rPr>
              <a:t>오차는 조용히 쌓이기만 한다. 문제는 다음 장에서 터진다.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보정: 알아보는 순간 좌표가 한 번에 튄다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749808"/>
            <a:ext cx="8092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757"/>
                </a:solidFill>
              </a:rPr>
              <a:t>이것이 재훈님이 관찰한 "흰 벽 보다가 가구 비추면 나만 튀는" 현상의 정체입니다.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221" y="1133856"/>
            <a:ext cx="6211559" cy="3456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5902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8849A"/>
                </a:solidFill>
              </a:rPr>
              <a:t>중요: 원점이나 앵커를 비출 필요가 없습니다. 아무 특징 물체나 다시 알아보면 일어납니다.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8E2F5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737360" y="19202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</a:rPr>
              <a:t>앵커가 없으면 무슨 일이 생기나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83080" y="254203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849A"/>
                </a:solidFill>
              </a:rPr>
              <a:t>순간이동의 정체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D1495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보정은 현실만 옮긴다 — 지도는 옛 좌표에 남는다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297" y="841248"/>
            <a:ext cx="6737405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45902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8849A"/>
                </a:solidFill>
              </a:rPr>
              <a:t>운영자 모드는 저장된 숫자를 그리므로 완벽히 연속으로 보입니다. 그래서 이 버그는 운영자 모드로는 절대 관찰할 수 없었습니다.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8E2F5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737360" y="19202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</a:rPr>
              <a:t>앵커란 무엇인가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83080" y="254203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849A"/>
                </a:solidFill>
              </a:rPr>
              <a:t>가장 흔한 오해부터 정리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앵커는 눈으로 찾는 표식이 아니다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3297" y="841248"/>
            <a:ext cx="6737405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45902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8849A"/>
                </a:solidFill>
              </a:rPr>
              <a:t>앵커는 시각적으로 알아보는 대상이 아니라, ARCore의 내부 특징점 지도 위에 등록해 둔 좌표입니다.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앵커의 동작 과정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374" y="841248"/>
            <a:ext cx="7263251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핵심 반전: 무엇이 움직이는가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보정이 일어나면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D1495B"/>
                          </a:solidFill>
                        </a:rPr>
                        <a:t>앵커 없음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숫자는 그대로, 현실이 숫자 밑에서 미끄러진다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1495B"/>
                          </a:solidFill>
                        </a:rPr>
                        <a:t>지도가 방과 어긋남 → 순간이동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9E5B"/>
                          </a:solidFill>
                        </a:rPr>
                        <a:t>앵커 있음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숫자가 보정량만큼 바뀐다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E9E5B"/>
                          </a:solidFill>
                        </a:rPr>
                        <a:t>지도가 방에 계속 붙어 있음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59028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849A"/>
                </a:solidFill>
              </a:rPr>
              <a:t>복셀 8만 개를 하나씩 옮기는 게 아니라, 변환 하나만 바꾸면 지도 전체가 통째로 따라갑니다.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두 좌표계와 변환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374" y="841248"/>
            <a:ext cx="7263251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8E2F5"/>
                </a:solidFill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737360" y="192024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0"/>
                </a:solidFill>
              </a:rPr>
              <a:t>알고 있어야 할 한계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783080" y="254203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849A"/>
                </a:solidFill>
              </a:rPr>
              <a:t>앵커는 만능이 아니다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E08B2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한계와 전제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60704"/>
          </a:xfrm>
          <a:prstGeom prst="roundRect">
            <a:avLst>
              <a:gd name="adj" fmla="val 6897"/>
            </a:avLst>
          </a:prstGeom>
          <a:solidFill>
            <a:srgbClr val="FFFBF3"/>
          </a:solidFill>
          <a:ln w="12700">
            <a:solidFill>
              <a:srgbClr val="F0DB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07899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0"/>
                </a:solidFill>
              </a:rPr>
              <a:t>드리프트를 없애지는 않는다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1389888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4757"/>
                </a:solidFill>
              </a:rPr>
              <a:t>앵커는 지도가 ARCore의 "현재 최선의 추정"을 따라가게 할 뿐이다. ARCore 자체가 틀리면 지도도 같이 틀린다. 다만 화면에 보이는 것과는 어긋나지 않는데, AR에서는 절대 정확도보다 이 일치가 중요하다.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167128"/>
            <a:ext cx="8229600" cy="1060704"/>
          </a:xfrm>
          <a:prstGeom prst="roundRect">
            <a:avLst>
              <a:gd name="adj" fmla="val 6897"/>
            </a:avLst>
          </a:prstGeom>
          <a:solidFill>
            <a:srgbClr val="FFFBF3"/>
          </a:solidFill>
          <a:ln w="12700">
            <a:solidFill>
              <a:srgbClr val="F0DB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2860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0"/>
                </a:solidFill>
              </a:rPr>
              <a:t>앵커 하나는 통짜 이동·회전만 보정한다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2596896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4757"/>
                </a:solidFill>
              </a:rPr>
              <a:t>실제 드리프트는 방 구석마다 다르게 쌓여 지도가 미묘하게 휠 수 있다. "지도 전체가 30cm 밀림"은 고쳐도 "부채꼴로 벌어짐"은 못 고친다. 방 하나 크기에서는 통짜 보정으로 충분하다.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3374136"/>
            <a:ext cx="8229600" cy="1060704"/>
          </a:xfrm>
          <a:prstGeom prst="roundRect">
            <a:avLst>
              <a:gd name="adj" fmla="val 6897"/>
            </a:avLst>
          </a:prstGeom>
          <a:solidFill>
            <a:srgbClr val="FFFBF3"/>
          </a:solidFill>
          <a:ln w="12700">
            <a:solidFill>
              <a:srgbClr val="F0DB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4930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0"/>
                </a:solidFill>
              </a:rPr>
              <a:t>기기가 앵커를 지원해야 한다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3803904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4757"/>
                </a:solidFill>
              </a:rPr>
              <a:t>미지원이면 변환이 항등으로 남아 이전과 동일하게 동작한다. 그래서 운영자 카드에 "지도앵커 미지원"을 표시하도록 함께 배선했다 — 조용히 실패하지 않게.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50292" cy="38404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743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430"/>
                </a:solidFill>
              </a:rPr>
              <a:t>한 장 요약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60120"/>
          <a:ext cx="83210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212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4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앵커가 뭔가?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"이 좌표를 계속 추적해줘"라고 ARCore에 등록해 둔 지점. 물체도 표식도 아니다.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카메라로 비춰야 하나?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D1495B"/>
                          </a:solidFill>
                        </a:rPr>
                        <a:t>아니다.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그럼 언제 보정되나?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아무 특징 물체나 다시 알아본 순간. 그때 등록된 앵커의 좌표값이 자동으로 갱신된다.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원점에 아무것도 없어도 되나?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E9E5B"/>
                          </a:solidFill>
                        </a:rPr>
                        <a:t>된다.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우리 코드에서 무엇이 문제였나?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D4757"/>
                          </a:solidFill>
                        </a:rPr>
                        <a:t>등록만 하고 매 프레임 "지금 어디니?"를 한 번도 묻지 않았다.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59028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849A"/>
                </a:solidFill>
              </a:rPr>
              <a:t>마지막 줄이 오늘 커밋 2cb9e69에서 고친 내용입니다.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2026-08-26T17:31:25Z</dcterms:created>
  <dcterms:modified xsi:type="dcterms:W3CDTF">2026-08-26T17:31:25Z</dcterms:modified>
</cp:coreProperties>
</file>