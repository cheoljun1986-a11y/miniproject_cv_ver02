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</a:rPr>
              <a:t>작업 정리 · 2026-08-27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430"/>
                </a:solidFill>
              </a:rPr>
              <a:t>헛가림과 순간이동 수정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D4757"/>
                </a:solidFill>
              </a:rPr>
              <a:t>도망 모드에서 하츄핑이 (1) 가릴 것이 없는데 사라지고 (2) 엉뚱한 위치로 순간이동하던 문제.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D4757"/>
                </a:solidFill>
              </a:rPr>
              <a:t>원인 규명부터 수정, 그리고 아직 검증되지 않은 기대효과까지.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657600"/>
            <a:ext cx="1828800" cy="0"/>
          </a:xfrm>
          <a:prstGeom prst="line">
            <a:avLst/>
          </a:prstGeom>
          <a:noFill/>
          <a:ln w="19050">
            <a:solidFill>
              <a:srgbClr val="CC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794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849A"/>
                </a:solidFill>
              </a:rPr>
              <a:t>private/jaehoon · 커밋 4개 · 테스트 353 → 371 · 포크와 팀 저장소 양쪽 push 완료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오늘 반영한 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841248"/>
            <a:ext cx="6737405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90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849A"/>
                </a:solidFill>
              </a:rPr>
              <a:t>main 브랜치는 건드리지 않았습니다. 세 수정은 원인이 서로 달라 개별 revert가 가능하도록 나눴습니다.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검거 사거리 2m 정정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86ccaff · 지정값 반영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7884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지시·코드·문서가 서로 달랐다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84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84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문제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84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지정값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9E5B"/>
                          </a:solidFill>
                        </a:rPr>
                        <a:t>2m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재훈님이 지정한 값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커밋 63a4bc3의 코드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D1495B"/>
                          </a:solidFill>
                        </a:rPr>
                        <a:t>3.0m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지시가 코드 어디에도 기록되지 않은 채 다른 값이 들어감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인수인계 문서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D1495B"/>
                          </a:solidFill>
                        </a:rPr>
                        <a:t>1.2m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값을 바꾸면서 문서를 갱신하지 않음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849A"/>
                </a:solidFill>
              </a:rPr>
              <a:t>수정: 상수를 2.0으로 정정하고 주석에 지정값임을 명기, 문서의 1.2m 세 곳을 갱신. 화면 안내문은 이미 상수를 참조하므로 자동 반영됩니다.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헛가림 — 가릴 것이 없는데 사라진다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1ed4091 · 가장 큰 수정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문제의 배경: 전체 화면 가림 그물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49808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757"/>
                </a:solidFill>
              </a:rPr>
              <a:t>AR에서 카메라 영상은 납작한 사진이라, 아무 조치가 없으면 하츄핑이 벽도 뚫고 보입니다.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1133856"/>
            <a:ext cx="673740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원인 ① 20cm 몸은 격자로 자를 수 있는 크기가 아니다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5029200" cy="27985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96128" y="96012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거리가 멀수록 급격히 나빠진다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격자 한 칸이 차지하는 실제 크기가 커져서, 2m에서 하츄핑은 가로로 6칸 남짓밖에 안 된다.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그런데 해상도만 문제가 아니다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ARCore 깊이 오차는 거리에 비례해 커진다. 2~3m에서는 오차가 캐릭터 크기와 같은 자릿수가 된다.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결론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격자를 촘촘히 해도 해결되지 않는다. 측정 자체가 틀리는 것은 해상도로 못 고친다. 접근을 바꿔야 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원인 ② 그물이 카메라를 따라오지 못한다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374" y="841248"/>
            <a:ext cx="7263251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원인 ③ 직전 커밋의 반투명 유령이 엉뚱한 신호에 물려 있었다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841248"/>
            <a:ext cx="6737405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90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849A"/>
                </a:solidFill>
              </a:rPr>
              <a:t>63a4bc3의 유령은 좋은 아이디어였지만, 화면에서 지우는 주체(실시간 깊이)가 아니라 게이지용 판정(저장 지도)에 연결돼 있었습니다.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수정: 몸을 하나의 물체로 판정한다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49808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757"/>
                </a:solidFill>
              </a:rPr>
              <a:t>픽셀 단위로 자르는 대신, 실루엣 7점을 실시간 깊이 영상에 투영해 "몇 % 가려졌나"를 잽니다.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1133856"/>
            <a:ext cx="673740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가림은 이제 불투명도로 표현된다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841248"/>
            <a:ext cx="6737405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90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849A"/>
                </a:solidFill>
              </a:rPr>
              <a:t>완전히 가려도 옅은 실루엣이 남으므로, 그 위로 무엇이 가렸는지 눈으로 확인할 수 있습니다 — 디버깅 요구사항을 그대로 만족합니다.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무엇이 달라지나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수정 전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수정 후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노이즈 격자 한 칸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1495B"/>
                          </a:solidFill>
                        </a:rPr>
                        <a:t>몸이 통째로 사라짐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9E5B"/>
                          </a:solidFill>
                        </a:rPr>
                        <a:t>불투명도 1/7만 흐려짐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진짜 벽 뒤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픽셀 단위로 잘림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0.25 실루엣이 남음 (가린 것이 보임)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화면 밖 / 깊이 없음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그물 상태에 따라 제각각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"측정 불가" = 안 가림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지도가 어긋난 상태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1495B"/>
                          </a:solidFill>
                        </a:rPr>
                        <a:t>지도 기반 게이지가 헛가림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9E5B"/>
                          </a:solidFill>
                        </a:rPr>
                        <a:t>렌더 좌표로만 판정 → 무관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프레임당 깊이 샘플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4,800회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9E5B"/>
                          </a:solidFill>
                        </a:rPr>
                        <a:t>7회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849A"/>
                </a:solidFill>
              </a:rPr>
              <a:t>도망 페이지에서는 전체 화면 그물 생성을 중단했습니다. 깊이 읽기 자체는 복셀 지도와 실측 판정이 계속 사용합니다.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E08B2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알고 받아들인 트레이드오프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BF3"/>
          </a:solidFill>
          <a:ln w="12700">
            <a:solidFill>
              <a:srgbClr val="F0DB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13385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</a:rPr>
              <a:t>문틀에 반쯤 걸치면 "반 잘림"이 아니라 "전체가 반투명"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7"/>
                </a:solidFill>
              </a:rPr>
              <a:t>20cm 캐릭터라 실제로는 구분이 거의 안 되고, 노이즈에 토막나는 것보다 낫다고 판단했습니다.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BF3"/>
          </a:solidFill>
          <a:ln w="12700">
            <a:solidFill>
              <a:srgbClr val="F0DB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042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</a:rPr>
              <a:t>진짜로 숨어도 0.25 실루엣이 남는다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7"/>
                </a:solidFill>
              </a:rPr>
              <a:t>추격 게임이라 놓치는 것보다 낫고, "무엇이 가렸나"를 판단하기 위해 의도한 동작입니다.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BF3"/>
          </a:solidFill>
          <a:ln w="12700">
            <a:solidFill>
              <a:srgbClr val="F0DB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4747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30"/>
                </a:solidFill>
              </a:rPr>
              <a:t>얇은 물체(의자 다리)는 약하게만 반영된다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13232" y="3803904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7"/>
                </a:solidFill>
              </a:rPr>
              <a:t>7점 중 소수만 가리므로 게이지가 크게 느려지지 않습니다. 증상과는 반대 방향이라 지금은 문제가 되지 않습니다.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순간이동 — 지도 앵커가 죽어 있었다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2cb9e69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증상과 그 의미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관찰된 것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49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무엇을 뜻하는가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49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평지를 잘 다니다 갑자기 엉뚱한 현실 위치로 이동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화면에 그려지는 물리적 위치가 틀렸다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D4757"/>
                          </a:solidFill>
                        </a:rPr>
                        <a:t>운영자 모드에서는 궤적이 완전히 연속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저장된 좌표는 멀쩡하다 → 경로 계산의 문제가 아니다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가릴 물건이 없는데 가려졌다고 나옴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저장된 지도가 현실의 방과 어긋나 있다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흰 벽 보다 가구 비추면 플레이어만 튐 (이전 관찰)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D1495B"/>
                          </a:solidFill>
                        </a:rPr>
                        <a:t>드리프트 보정이 실제로 일어나고 있다는 직접 증거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849A"/>
                </a:solidFill>
              </a:rPr>
              <a:t>네 관찰이 하나의 원인으로 모두 설명됩니다: 지도가 ARCore의 좌표 보정을 따라가지 못한다.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원인: 등록만 하고 한 번도 묻지 않았다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374" y="841248"/>
            <a:ext cx="7263251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함께 고친 것: 운영자 뷰의 좌표계 혼용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5120640" cy="28493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87568" y="960120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왜 지금 고쳐야 했나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앵커가 살아나는 순간 이것이 실제 버그가 된다. 보정 때 플레이어 점만 튀어 보인다.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왜 진단을 방해했나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진짜 문제(지도가 방과 어긋남)가 가짜 문제(플레이어가 튐)로 보인다. 이 미니맵으로는 원인을 볼 수 없었다.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무엇을 바꿨나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하츄핑·타일·플레이어·경로를 모두 맵 좌표로 통일. 복셀 배경만 원좌표를 유지한다(수만 점 재투영 비용 대비 진단 가치가 없음).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추가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운영자 카드에 "지도앵커 O / 생성 중 / 일시 손실 / 미지원" 표시를 붙였다. 조용히 실패하지 않게.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기대효과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⚠ 아직 실기기 검증 전입니다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E08B2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검증된 것과 검증되지 않은 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4FAF7"/>
          </a:solidFill>
          <a:ln w="15240">
            <a:solidFill>
              <a:srgbClr val="BFE0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607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</a:rPr>
              <a:t>검증 완료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자동 테스트 371개 전부 통과 (353 → 371)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7점 판정의 수학(투영·역행렬·경계조건)이 단위 테스트로 검증됨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새 테스트가 실제 버그를 하나 잡음 — 역행렬 전치 실수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모든 모듈이 브라우저 방식으로 파싱됨 (페이지 부팅 실패 방지)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원인 규명은 코드 근거로 확인됨 (추측 아님)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BF3"/>
          </a:solidFill>
          <a:ln w="15240">
            <a:solidFill>
              <a:srgbClr val="F0DB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607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B26"/>
                </a:solidFill>
              </a:rPr>
              <a:t>⚠ 기대효과 — 미검증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444752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헛가림 소멸: 빈 방향을 겨눴을 때 하츄핑이 선명하게 유지될 것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순간이동 소멸: 보정 시 지도·하츄핑·격자가 통째로 방을 따라갈 것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빠른 회전 시 가장자리 뜯김이 사라질 것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2m에서의 검거 조작감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D4757"/>
                </a:solidFill>
              </a:rPr>
              <a:t>설 수 있는 칸 수가 지나치게 줄지 않았는지 (복셀 4개 기준의 부작용)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8849A"/>
                </a:solidFill>
              </a:rPr>
              <a:t>이 항목들은 전부 기기에서만 확인할 수 있습니다. PC 테스트로는 알 수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E08B2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내일 실기기에서 확인할 순서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68096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757"/>
                </a:solidFill>
              </a:rPr>
              <a:t>순서가 중요합니다. 1번이 아니면 3번 결과를 해석할 수 없습니다.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5331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08B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2710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</a:rPr>
              <a:t>① 운영자 카드에서 "지도앵커 O" 확인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42416" y="14996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49A"/>
                </a:solidFill>
              </a:rPr>
              <a:t>미지원이면 순간이동 수정은 무효(안전하게 이전 동작)이며 다른 접근이 필요합니다. 가장 먼저 볼 것.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20116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08B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293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</a:rPr>
              <a:t>② 헛가림 — 빈 방향을 겨눠 본다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42416" y="21579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49A"/>
                </a:solidFill>
              </a:rPr>
              <a:t>하츄핑이 선명하게 유지되는지. 진짜 가구 뒤에서는 0.25 실루엣이 남고 그 위로 가린 물체가 보이는지.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670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08B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5877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</a:rPr>
              <a:t>③ 순간이동 — 흰 벽을 한참 보다 가구를 비춘다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42416" y="28163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49A"/>
                </a:solidFill>
              </a:rPr>
              <a:t>재현 절차입니다. 하츄핑이 현실에서 튀지 않고 제자리를 지키는지 확인.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332841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08B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</a:rPr>
              <a:t>④ 빠른 회전 — 폰을 좌우로 흔든다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42416" y="34747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49A"/>
                </a:solidFill>
              </a:rPr>
              <a:t>가장자리가 더 이상 뜯기지 않는지. 그물 지연이 사라졌는지 확인하는 항목.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85876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" y="39867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08B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9044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0"/>
                </a:solidFill>
              </a:rPr>
              <a:t>⑤ 도망 기록에서 map-anchor 이벤트 확인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42416" y="41330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49A"/>
                </a:solidFill>
              </a:rPr>
              <a:t>수치 카드 하단. 앵커 상태가 바뀐 시점과 체감 이상의 대응을 봅니다.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6268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849A"/>
                </a:solidFill>
              </a:rPr>
              <a:t>되돌리기: 커밋이 독립적이라 사거리(상수 하나) / 가림 방식(1ed4091) / 앵커(2cb9e69)를 개별 revert할 수 있습니다.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2026-08-26T17:31:35Z</dcterms:created>
  <dcterms:modified xsi:type="dcterms:W3CDTF">2026-08-26T17:31:35Z</dcterms:modified>
</cp:coreProperties>
</file>