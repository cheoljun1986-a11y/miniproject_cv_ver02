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14884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카메라 한 대로 3D 공간을 복원하는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9CB4D8"/>
                </a:solidFill>
                <a:latin typeface="Malgun Gothic"/>
                <a:cs typeface="Malgun Gothic"/>
                <a:ea typeface="Malgun Gothic"/>
              </a:rPr>
              <a:t>WebXR AR 숨바꼭질 — 원점부터 앵커까지 10단계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77639"/>
            <a:ext cx="2377440" cy="4114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7E8CA8"/>
                </a:solidFill>
                <a:latin typeface="Malgun Gothic"/>
                <a:cs typeface="Malgun Gothic"/>
                <a:ea typeface="Malgun Gothic"/>
              </a:rPr>
              <a:t>RGB 카메라 + 관성센서만으로 어떻게 거리를 알아내고,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7E8CA8"/>
                </a:solidFill>
                <a:latin typeface="Malgun Gothic"/>
                <a:cs typeface="Malgun Gothic"/>
                <a:ea typeface="Malgun Gothic"/>
              </a:rPr>
              <a:t>그 위에 가상 캐릭터를 현실에 고정하는가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사람이 폰을 들면 무슨 일이 일어나나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폰 안에는 부품이 세 개 들어 있고, 각자 다른 것을 잰다</a:t>
            </a:r>
          </a:p>
        </p:txBody>
      </p:sp>
      <p:pic>
        <p:nvPicPr>
          <p:cNvPr id="6" name="Picture 5" descr="00_person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53" y="1481328"/>
            <a:ext cx="9290588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거리를 직접 재는 장치는 없다. 그런데도 방의 3D 구조가 나온다 — 그 방법이 이 자료의 내용이다.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세 부품이 각각 무엇을 재는가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「보는 것」과 「움직임」은 서로 다른 부품이 담당한다</a:t>
            </a:r>
          </a:p>
        </p:txBody>
      </p:sp>
      <p:pic>
        <p:nvPicPr>
          <p:cNvPr id="6" name="Picture 5" descr="00b_mea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03" y="1481328"/>
            <a:ext cx="9113287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카메라는 느리지만 정확하고, 나머지 둘은 빠르지만 오차가 쌓인다 — 그래서 셋을 함께 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전체 흐름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무엇을 ARCore 가 해주고, 무엇을 우리가 만드는가</a:t>
            </a:r>
          </a:p>
        </p:txBody>
      </p:sp>
      <p:pic>
        <p:nvPicPr>
          <p:cNvPr id="6" name="Picture 5" descr="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21030"/>
            <a:ext cx="11057839" cy="45840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ARCore 는 「폰의 위치」와 「픽셀별 거리」까지만 준다. 그것을 3D 공간으로 바꾸는 일은 우리 몫이다.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정리 — 세 부품의 성격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이 차이가 3 · 4단계에서 결정적으로 작용한다</a:t>
            </a:r>
          </a:p>
        </p:txBody>
      </p:sp>
      <p:pic>
        <p:nvPicPr>
          <p:cNvPr id="6" name="Picture 5" descr="02_s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621" y="1481328"/>
            <a:ext cx="9866451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S25 에는 ToF · LiDAR 가 없다. 거리는 「재는」 것이 아니라 「계산해서 추정하는」 것이다.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원점이 찍힌다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START AR 을 누른 순간, 폰이 있던 자리가 (0, 0, 0) 이 된다</a:t>
            </a:r>
          </a:p>
        </p:txBody>
      </p:sp>
      <p:pic>
        <p:nvPicPr>
          <p:cNvPr id="6" name="Picture 5" descr="03_ori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03" y="1481328"/>
            <a:ext cx="9113287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위쪽만 중력으로 확정되고 수평 방위는 그때 상황대로 정해진다 — 나침반을 쓰지 않기 때문이다.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사진에서 「표시」를 찾는다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크로스헤어가 아니라 화면 전체에서 찾는다</a:t>
            </a:r>
          </a:p>
        </p:txBody>
      </p:sp>
      <p:pic>
        <p:nvPicPr>
          <p:cNvPr id="6" name="Picture 5" descr="04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244" y="1481328"/>
            <a:ext cx="8189205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나중에 「아, 아까 그 점이네」 하고 알아볼 수 있어야 하므로 주변과 뚜렷이 구별되는 곳만 고른다.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표시를 어떻게 찾나 ① 밝기의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사진을 한 줄 잘라서 보면 「단」이 있는 곳이 윤곽선이다</a:t>
            </a:r>
          </a:p>
        </p:txBody>
      </p:sp>
      <p:pic>
        <p:nvPicPr>
          <p:cNvPr id="6" name="Picture 5" descr="05_gradient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014" y="1481328"/>
            <a:ext cx="8441667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밝기 자체가 아니라 「밝기가 얼마나 급하게 변하는가」를 본다. 이 변화량을 gradient 라고 부른다.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표시를 어떻게 찾나 ② 3×3 검출기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작은 창으로 사진을 훑으며 좌우·상하 밝기 차이를 잰다</a:t>
            </a:r>
          </a:p>
        </p:txBody>
      </p:sp>
      <p:pic>
        <p:nvPicPr>
          <p:cNvPr id="6" name="Picture 5" descr="07_sobel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9703"/>
            <a:ext cx="11057839" cy="41466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왼쪽은 빼고 오른쪽은 더한다 → 세로 윤곽선에서만 큰 값이 나온다. 이것이 Sobel 필터다.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표시를 어떻게 찾나 ③ 실제 계산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위 검출기를 실내 사진에 그대로 적용한 것</a:t>
            </a:r>
          </a:p>
        </p:txBody>
      </p:sp>
      <p:pic>
        <p:nvPicPr>
          <p:cNvPr id="6" name="Picture 5" descr="06_so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24568"/>
            <a:ext cx="11057839" cy="35769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가로 변화와 세로 변화를 따로 구한 뒤 합치면 물체의 윤곽선이 드러난다 = edge detection.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표시를 어떻게 찾나 ④ 왜 「모서리」인가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윤곽선만으로는 어디로 움직였는지 알 수 없다</a:t>
            </a:r>
          </a:p>
        </p:txBody>
      </p:sp>
      <p:pic>
        <p:nvPicPr>
          <p:cNvPr id="6" name="Picture 5" descr="08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824" y="1481328"/>
            <a:ext cx="7342046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선 위에서는 선을 따라 움직여도 화면이 그대로다. 두 방향 모두 막히는 모서리라야 위치를 특정할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표시를 못 찾는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이런 곳에서는 위치 추적도 거리 계산도 함께 실패한다</a:t>
            </a:r>
          </a:p>
        </p:txBody>
      </p:sp>
      <p:pic>
        <p:nvPicPr>
          <p:cNvPr id="6" name="Picture 5" descr="09_feature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478" y="1481328"/>
            <a:ext cx="9690737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흰 벽 · 반복 무늬 · 유리. 나중에 「깊이가 안 나오는 곳」과 정확히 같은 목록이다.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IMU 가 먼저 짐작한다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자이로는 회전을, 가속도계는 이동을 아주 빠르게 알려준다</a:t>
            </a:r>
          </a:p>
        </p:txBody>
      </p:sp>
      <p:pic>
        <p:nvPicPr>
          <p:cNvPr id="6" name="Picture 5" descr="10_imu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01" y="1481328"/>
            <a:ext cx="10659291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눈 감고 30걸음 걷기와 같다. 빠르지만 작은 오차가 계속 더해져 몇 초 만에 크게 틀어진다.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카메라가 그 오차를 바로잡는다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기억해둔 표시들이 화면에서 어디로 갔는지 확인한다</a:t>
            </a:r>
          </a:p>
        </p:txBody>
      </p:sp>
      <p:pic>
        <p:nvPicPr>
          <p:cNvPr id="6" name="Picture 5" descr="11_correspo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469" y="1481328"/>
            <a:ext cx="8776755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「표시들이 이만큼 움직였으니 나는 이만큼 움직였다」 — 이 짝짓기를 대응(correspondence) 이라고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같은 짝짓기로 거리도 얻는다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한 대의 카메라를 움직여 두 눈을 흉내낸다</a:t>
            </a:r>
          </a:p>
        </p:txBody>
      </p:sp>
      <p:pic>
        <p:nvPicPr>
          <p:cNvPr id="6" name="Picture 5" descr="12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84" y="1481328"/>
            <a:ext cx="9474925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폰이 실제로 이동한 거리(베이스라인)를 가속도계가 알려주므로 결과가 미터 단위로 확정된다.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가까울수록 정확하다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어긋난 정도(시차)는 거리에 반비례한다</a:t>
            </a:r>
          </a:p>
        </p:txBody>
      </p:sp>
      <p:pic>
        <p:nvPicPr>
          <p:cNvPr id="6" name="Picture 5" descr="13_dis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9099"/>
            <a:ext cx="11057839" cy="46078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먼 물체일수록 시차가 작아 오차가 커진다. 코드가 6m 넘는 값을 버리는 이유가 이것이다.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거리 계산이 실패하는 세 경우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실제 시연에서 반드시 마주치는 상황들</a:t>
            </a:r>
          </a:p>
        </p:txBody>
      </p:sp>
      <p:pic>
        <p:nvPicPr>
          <p:cNvPr id="6" name="Picture 5" descr="14_depth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82" y="1481328"/>
            <a:ext cx="10291729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「손을 흔들면 안 가려진다」는 현상의 원인이 ③ 이다. 원리상의 한계라 코드로 고칠 수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거리를 3D 점으로 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화면 위치는 「방향」, 깊이는 「그 방향으로 얼마나」</a:t>
            </a:r>
          </a:p>
        </p:txBody>
      </p:sp>
      <p:pic>
        <p:nvPicPr>
          <p:cNvPr id="6" name="Picture 5" descr="15_un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621" y="1481328"/>
            <a:ext cx="9866451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사진은 3D 를 2D 로 눌러 담은 것이고, 역투영은 그것을 다시 펴는 계산이다. 여기부터 우리 코드다.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카메라 기준을 방 기준으로 옮긴다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4단계에서 구한 포즈를 곱하면 world 좌표가 된다</a:t>
            </a:r>
          </a:p>
        </p:txBody>
      </p:sp>
      <p:pic>
        <p:nvPicPr>
          <p:cNvPr id="6" name="Picture 5" descr="16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82" y="1481328"/>
            <a:ext cx="10291729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이 단계가 전체의 이음매다. 포즈가 밀리면 깊이가 아무리 정확해도 점이 엉뚱한 곳에 찍힌다.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점을 쌓으면 방이 복원된다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20초 스캔 동안 12만 개의 점이 쌓인다</a:t>
            </a:r>
          </a:p>
        </p:txBody>
      </p:sp>
      <p:pic>
        <p:nvPicPr>
          <p:cNvPr id="6" name="Picture 5" descr="17_accum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16" y="1481328"/>
            <a:ext cx="10293062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모든 점이 같은 원점 기준이라 정렬이 필요 없다 — 일반 3D 스캔에서 가장 어려운 단계가 생략된다.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닌자를 놓는다 — world 좌표가 필요한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가구는 지금 재서 지금 쓰지만, 닌자는 과거에 정해서 지금 쓴다</a:t>
            </a:r>
          </a:p>
        </p:txBody>
      </p:sp>
      <p:pic>
        <p:nvPicPr>
          <p:cNvPr id="6" name="Picture 5" descr="18_ninja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621" y="1481328"/>
            <a:ext cx="9866451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시간을 건너뛰는 것만 world 좌표가 필요하다. 이 게임이 성립하는 근거가 여기에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시간이 지나면 어긋난다 — 드리프트와 앵커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현실이 움직이는 것이 아니라 좌표를 재는 자(尺) 가 밀린다</a:t>
            </a:r>
          </a:p>
        </p:txBody>
      </p:sp>
      <p:pic>
        <p:nvPicPr>
          <p:cNvPr id="6" name="Picture 5" descr="19_drift_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84" y="1481328"/>
            <a:ext cx="9474925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6217920"/>
            <a:ext cx="82296" cy="40233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98142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가림막은 매 프레임 새로 재므로 함께 밀려 상쇄된다. 닌자만 못 따라간다 → 앵커가 필요한 이유.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cs typeface="Malgun Gothic"/>
                <a:ea typeface="Malgun Gothic"/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1039947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전체 순서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969264"/>
            <a:ext cx="1039947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원점부터 앵커까지 10단계</a:t>
            </a:r>
          </a:p>
        </p:txBody>
      </p:sp>
      <p:pic>
        <p:nvPicPr>
          <p:cNvPr id="6" name="Picture 5" descr="20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20" y="1481328"/>
            <a:ext cx="10311654" cy="4773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algun Gothic"/>
                <a:cs typeface="Malgun Gothic"/>
                <a:ea typeface="Malgun Gothic"/>
              </a:rPr>
              <a:t>용어 사전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  <a:cs typeface="Malgun Gothic"/>
                <a:ea typeface="Malgun Gothic"/>
              </a:rPr>
              <a:t>이 자료에 나온 용어를 한 줄로 정리했다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63040"/>
          <a:ext cx="1105783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40319"/>
              </a:tblGrid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용어</a:t>
                      </a:r>
                    </a:p>
                  </a:txBody>
                  <a:tcPr marL="128016" marR="91440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뜻</a:t>
                      </a:r>
                    </a:p>
                  </a:txBody>
                  <a:tcPr marL="128016" marR="91440" marT="27432" marB="27432" anchor="ctr">
                    <a:solidFill>
                      <a:srgbClr val="1E293B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RGB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사진 한 점의 색을 나타내는 숫자 세 개 (빨강 · 초록 · 파랑)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IMU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자이로스코프와 가속도계를 묶어 부르는 이름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원점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좌표를 재는 출발점. 세션을 시작한 순간 폰이 있던 자리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특징점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사진에서 알아보기 쉬운 지점. 모서리 · 무늬 · 꼭짓점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gradient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밝기가 얼마나 급하게 변하는가. 큰 곳이 윤곽선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edge detection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밝기 변화를 이용해 물체의 윤곽선을 찾아내는 것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대응 (correspondence)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두 사진 속 같은 지점을 짝지어 주는 것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시차 (disparity)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두 사진에서 같은 지점이 어긋난 정도. 가까울수록 크다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삼각측량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두 지점에서 본 방향으로 삼각형을 만들어 거리를 푸는 것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VIO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카메라와 IMU 를 함께 써서 자기 위치를 알아내는 기술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포즈 / 6DoF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폰의 위치 3개 + 방향 3개, 모두 여섯 개의 값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역투영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2D 사진의 한 점을 거리와 합쳐 3D 위치로 되돌리는 계산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world 좌표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원점 기준 주소. 폰이 움직여도 변하지 않는다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드리프트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폰이 자기 위치를 조금씩 착각해 가는 현상</a:t>
                      </a:r>
                    </a:p>
                  </a:txBody>
                  <a:tcPr marL="128016" marR="91440" marT="27432" marB="27432" anchor="ctr">
                    <a:solidFill>
                      <a:srgbClr val="F1F5F9"/>
                    </a:solidFill>
                  </a:tcPr>
                </a:tc>
              </a:tr>
              <a:tr h="3028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6FD9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앵커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Malgun Gothic"/>
                          <a:cs typeface="Malgun Gothic"/>
                          <a:ea typeface="Malgun Gothic"/>
                        </a:rPr>
                        <a:t>좌표 대신 「저 자리」를 등록해 ARCore 가 갱신하게 하는 장치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01807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Malgun Gothic"/>
                <a:cs typeface="Malgun Gothic"/>
                <a:ea typeface="Malgun Gothic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